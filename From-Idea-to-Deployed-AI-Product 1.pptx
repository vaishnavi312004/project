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Light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image" Target="../media/image-10-5.png"/><Relationship Id="rId10" Type="http://schemas.openxmlformats.org/officeDocument/2006/relationships/image" Target="../media/image-10-5.png"/><Relationship Id="rId11" Type="http://schemas.openxmlformats.org/officeDocument/2006/relationships/image" Target="../media/image-10-5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7411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Idea to Deployed AI Product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3888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Build · Reproduce · Deploy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944936" y="3866555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"You have an app idea. How do you turn it into something an employer would actually care about?"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653929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81C9E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4896644"/>
            <a:ext cx="363032" cy="287139"/>
          </a:xfrm>
          <a:prstGeom prst="roundRect">
            <a:avLst>
              <a:gd name="adj" fmla="val 22118"/>
            </a:avLst>
          </a:prstGeom>
          <a:solidFill>
            <a:srgbClr val="1E0C41"/>
          </a:solidFill>
          <a:ln/>
        </p:spPr>
      </p:sp>
      <p:sp>
        <p:nvSpPr>
          <p:cNvPr id="8" name="Text 5"/>
          <p:cNvSpPr/>
          <p:nvPr/>
        </p:nvSpPr>
        <p:spPr>
          <a:xfrm>
            <a:off x="774879" y="4953298"/>
            <a:ext cx="7458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18961" y="4896644"/>
            <a:ext cx="2094059" cy="287139"/>
          </a:xfrm>
          <a:prstGeom prst="roundRect">
            <a:avLst>
              <a:gd name="adj" fmla="val 22118"/>
            </a:avLst>
          </a:prstGeom>
          <a:solidFill>
            <a:srgbClr val="1E0C41"/>
          </a:solidFill>
          <a:ln/>
        </p:spPr>
      </p:sp>
      <p:sp>
        <p:nvSpPr>
          <p:cNvPr id="10" name="Text 7"/>
          <p:cNvSpPr/>
          <p:nvPr/>
        </p:nvSpPr>
        <p:spPr>
          <a:xfrm>
            <a:off x="1232365" y="4953298"/>
            <a:ext cx="2476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SOFTWARE DEVELOPMENT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07474" y="4896644"/>
            <a:ext cx="979761" cy="287139"/>
          </a:xfrm>
          <a:prstGeom prst="roundRect">
            <a:avLst>
              <a:gd name="adj" fmla="val 22118"/>
            </a:avLst>
          </a:prstGeom>
          <a:solidFill>
            <a:srgbClr val="1E0C41"/>
          </a:solidFill>
          <a:ln/>
        </p:spPr>
      </p:sp>
      <p:sp>
        <p:nvSpPr>
          <p:cNvPr id="12" name="Text 9"/>
          <p:cNvSpPr/>
          <p:nvPr/>
        </p:nvSpPr>
        <p:spPr>
          <a:xfrm>
            <a:off x="3420878" y="4953298"/>
            <a:ext cx="136253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RESEARCH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1688" y="4896644"/>
            <a:ext cx="701360" cy="287139"/>
          </a:xfrm>
          <a:prstGeom prst="roundRect">
            <a:avLst>
              <a:gd name="adj" fmla="val 22118"/>
            </a:avLst>
          </a:prstGeom>
          <a:solidFill>
            <a:srgbClr val="1E0C41"/>
          </a:solidFill>
          <a:ln/>
        </p:spPr>
      </p:sp>
      <p:sp>
        <p:nvSpPr>
          <p:cNvPr id="14" name="Text 11"/>
          <p:cNvSpPr/>
          <p:nvPr/>
        </p:nvSpPr>
        <p:spPr>
          <a:xfrm>
            <a:off x="4495092" y="4953298"/>
            <a:ext cx="10841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77502" y="4896644"/>
            <a:ext cx="1014883" cy="287139"/>
          </a:xfrm>
          <a:prstGeom prst="roundRect">
            <a:avLst>
              <a:gd name="adj" fmla="val 22118"/>
            </a:avLst>
          </a:prstGeom>
          <a:solidFill>
            <a:srgbClr val="1E0C41"/>
          </a:solidFill>
          <a:ln/>
        </p:spPr>
      </p:sp>
      <p:sp>
        <p:nvSpPr>
          <p:cNvPr id="16" name="Text 13"/>
          <p:cNvSpPr/>
          <p:nvPr/>
        </p:nvSpPr>
        <p:spPr>
          <a:xfrm>
            <a:off x="5290906" y="4953298"/>
            <a:ext cx="13976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PORTFOLIO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366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Happens After You Get an Idea?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53" y="1051421"/>
            <a:ext cx="6229690" cy="2690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67538" y="2859441"/>
            <a:ext cx="924986" cy="3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467538" y="3244308"/>
            <a:ext cx="924986" cy="211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Refine specs using AI insights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42663" y="3027914"/>
            <a:ext cx="92498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42663" y="3244308"/>
            <a:ext cx="924986" cy="211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features via AI tools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82924" y="1251369"/>
            <a:ext cx="92498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82924" y="1467763"/>
            <a:ext cx="924986" cy="21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Conceptualize with AI prompts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91993" y="1251369"/>
            <a:ext cx="92498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91993" y="1467763"/>
            <a:ext cx="924986" cy="21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Release and monitor with AI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842" y="1251369"/>
            <a:ext cx="92498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842" y="1467763"/>
            <a:ext cx="924986" cy="21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code with AI helpers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1475" y="3829348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Roadmap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1475" y="4065984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61475" y="4235847"/>
            <a:ext cx="5303308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4314924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with AI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1475" y="4624487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61475" y="4783634"/>
            <a:ext cx="5303308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4873427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from Research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1475" y="5182989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1475" y="5331420"/>
            <a:ext cx="5303308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3" name="Text 20"/>
          <p:cNvSpPr/>
          <p:nvPr/>
        </p:nvSpPr>
        <p:spPr>
          <a:xfrm>
            <a:off x="661475" y="5431929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to Cloud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1475" y="5741491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61475" y="5879207"/>
            <a:ext cx="5303308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6" name="Text 23"/>
          <p:cNvSpPr/>
          <p:nvPr/>
        </p:nvSpPr>
        <p:spPr>
          <a:xfrm>
            <a:off x="661475" y="599043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Your Portfolio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55873" y="3811091"/>
            <a:ext cx="5458085" cy="2453680"/>
          </a:xfrm>
          <a:prstGeom prst="roundRect">
            <a:avLst>
              <a:gd name="adj" fmla="val 3155"/>
            </a:avLst>
          </a:prstGeom>
          <a:solidFill>
            <a:srgbClr val="001F3F">
              <a:alpha val="9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263325" y="3829348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Question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63325" y="4058345"/>
            <a:ext cx="5852768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Which step do you think takes the most time?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4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Software Lifecycle. New Teammate.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736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as Your Development Partner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88679"/>
            <a:ext cx="10868745" cy="2493367"/>
          </a:xfrm>
          <a:prstGeom prst="roundRect">
            <a:avLst>
              <a:gd name="adj" fmla="val 318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295029"/>
            <a:ext cx="3618616" cy="1391543"/>
          </a:xfrm>
          <a:custGeom>
            <a:avLst/>
            <a:gdLst/>
            <a:ahLst/>
            <a:cxnLst/>
            <a:rect l="l" t="t" r="r" b="b"/>
            <a:pathLst>
              <a:path w="3618616" h="1391543">
                <a:moveTo>
                  <a:pt x="66156" y="0"/>
                </a:moveTo>
                <a:lnTo>
                  <a:pt x="3618616" y="0"/>
                </a:lnTo>
                <a:lnTo>
                  <a:pt x="3618616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48404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892723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Write manually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identifies gaps &amp; edge cases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6440" y="2295029"/>
            <a:ext cx="3618715" cy="1391543"/>
          </a:xfrm>
          <a:prstGeom prst="rect">
            <a:avLst/>
          </a:prstGeom>
          <a:solidFill>
            <a:srgbClr val="31136C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29502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</p:sp>
      <p:sp>
        <p:nvSpPr>
          <p:cNvPr id="10" name="Text 8"/>
          <p:cNvSpPr/>
          <p:nvPr/>
        </p:nvSpPr>
        <p:spPr>
          <a:xfrm>
            <a:off x="4475447" y="248404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5447" y="289272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Write everything yourself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drafts &amp; explains code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5155" y="2295029"/>
            <a:ext cx="3618715" cy="1391543"/>
          </a:xfrm>
          <a:custGeom>
            <a:avLst/>
            <a:gdLst/>
            <a:ahLst/>
            <a:cxnLst/>
            <a:rect l="l" t="t" r="r" b="b"/>
            <a:pathLst>
              <a:path w="3618715" h="1391543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29502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</p:sp>
      <p:sp>
        <p:nvSpPr>
          <p:cNvPr id="14" name="Text 12"/>
          <p:cNvSpPr/>
          <p:nvPr/>
        </p:nvSpPr>
        <p:spPr>
          <a:xfrm>
            <a:off x="8094162" y="248404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94162" y="289272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Think of cases manually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suggests additional cases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825" y="368657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825" y="368657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18" name="Text 16"/>
          <p:cNvSpPr/>
          <p:nvPr/>
        </p:nvSpPr>
        <p:spPr>
          <a:xfrm>
            <a:off x="856832" y="387558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56832" y="428426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Search errors manually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explains possible causes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95848" y="368657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22966"/>
                </a:lnTo>
                <a:arcTo hR="66158" wR="66156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3686572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368657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23" name="Text 21"/>
          <p:cNvSpPr/>
          <p:nvPr/>
        </p:nvSpPr>
        <p:spPr>
          <a:xfrm>
            <a:off x="6284854" y="387558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284854" y="428426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Configure manually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explains infrastructure &amp; CI/CD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1475" y="499467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31136C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262364"/>
            <a:ext cx="236234" cy="1890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5723" y="523091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Golden Rule: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Never use AI-generated code you don't understand. AI accelerates the work — YOU remain responsible for the result.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1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+ Developer &gt; AI Alone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18258"/>
            <a:ext cx="5476043" cy="3252788"/>
          </a:xfrm>
          <a:prstGeom prst="roundRect">
            <a:avLst>
              <a:gd name="adj" fmla="val 4184"/>
            </a:avLst>
          </a:prstGeom>
          <a:solidFill>
            <a:srgbClr val="001F3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80727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Humans Do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291556"/>
            <a:ext cx="5098029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 the actual problem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Talk to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Make technical decisions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AI output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 trade-offs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Take responsibility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8072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AI Does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291556"/>
            <a:ext cx="5203794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ideas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Write boilerplate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test cases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Debug errors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documentation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Speed up repetitive tasks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4936" y="5296297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valuable skill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"knowing how to prompt." The valuable skill is knowing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what to ask, what to verify, and why the solution works.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5083671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81C9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1223"/>
            <a:ext cx="629686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Time Scenario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327051"/>
            <a:ext cx="690644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Scenario: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Your college wants an app to report campus problems.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1894880"/>
            <a:ext cx="182627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2304852"/>
            <a:ext cx="1826274" cy="1166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Broken lights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Water leaks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Wi-Fi problems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Classroom issues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74557" y="1894880"/>
            <a:ext cx="1826274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 in 60 Seconds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74557" y="2566491"/>
            <a:ext cx="1826274" cy="1114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Who are the users?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 is ONE must-have feature?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Where could AI help?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715753" y="1894880"/>
            <a:ext cx="182627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Possible Ideas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715753" y="2304852"/>
            <a:ext cx="1826274" cy="2882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Users: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Students, faculty, maintenance staff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Feature: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Report issue + photo + location + status tracking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Categorize issue, prioritize urgency, summarize complaints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5406132"/>
            <a:ext cx="6296860" cy="870545"/>
          </a:xfrm>
          <a:prstGeom prst="roundRect">
            <a:avLst>
              <a:gd name="adj" fmla="val 8079"/>
            </a:avLst>
          </a:prstGeom>
          <a:solidFill>
            <a:srgbClr val="3113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738" y="5621139"/>
            <a:ext cx="209247" cy="1673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77363" y="5596235"/>
            <a:ext cx="5585479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insight: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AI starts with understanding the problem — not opening ChatGPT.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10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Using AI → Reproducing AI Ideas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2971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Don't Just Use AI. Understand It.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44763"/>
            <a:ext cx="3496877" cy="23117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267325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3262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Deeper Skill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734891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Implementing a research idea teaches how the technology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actually works.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544763"/>
            <a:ext cx="3496877" cy="23117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267325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3262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Resume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734891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"I implemented a RAG system"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is stronger than simply saying "I used ChatGPT."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544763"/>
            <a:ext cx="3496877" cy="2311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267325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3262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Differentiation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734891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Most students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consume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AI tools. Fewer students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build and understand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AI systems.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44936" y="5281811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 don't need to reproduce an entire research paper.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Pick ONE idea and build a small working prototype.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61475" y="506918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81C9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98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Paper → Prototype → Product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707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Case Study: RAG (Retrieval-Augmented Generation)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720677"/>
            <a:ext cx="5888287" cy="2582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5561" y="4354012"/>
            <a:ext cx="889927" cy="318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Prototype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965561" y="4718030"/>
            <a:ext cx="889927" cy="35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PDF Chat App: upload and process PDFs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792648" y="4354012"/>
            <a:ext cx="889927" cy="318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Project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92648" y="4718030"/>
            <a:ext cx="889927" cy="35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Case study showcasing RAG solution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583178" y="2952827"/>
            <a:ext cx="889927" cy="318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Paper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83178" y="3316845"/>
            <a:ext cx="889927" cy="35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answers using external documents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398934" y="2952827"/>
            <a:ext cx="889927" cy="318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98934" y="3316845"/>
            <a:ext cx="889927" cy="23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Host services and scale retrieval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987207" y="191492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Idea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87207" y="2302470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answers questions using external knowledge and documents.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87207" y="291445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Prototype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87207" y="3302000"/>
            <a:ext cx="3549264" cy="83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PDF Chat Application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Upload PDF → Process → Retrieve relevant content → Generate answer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87207" y="427454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87207" y="4662091"/>
            <a:ext cx="415884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 the application using cloud + AI services.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987207" y="5053409"/>
            <a:ext cx="3549264" cy="1039019"/>
          </a:xfrm>
          <a:prstGeom prst="roundRect">
            <a:avLst>
              <a:gd name="adj" fmla="val 6495"/>
            </a:avLst>
          </a:prstGeom>
          <a:solidFill>
            <a:srgbClr val="31136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838" y="5254526"/>
            <a:ext cx="200814" cy="160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09283" y="5216327"/>
            <a:ext cx="286655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is how students convert learning into something they can demonstrate in interviews.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6275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Project Becomes Real When You Deploy It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642070"/>
            <a:ext cx="690644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Take It From Laptop to Cloud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018804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AWS Architecture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329656"/>
            <a:ext cx="661475" cy="793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5518" y="2461915"/>
            <a:ext cx="223306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415518" y="2761159"/>
            <a:ext cx="223306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Receives requests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23505"/>
            <a:ext cx="661475" cy="7938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5518" y="3255764"/>
            <a:ext cx="223306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415518" y="3555008"/>
            <a:ext cx="223306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Runs application logic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17355"/>
            <a:ext cx="661475" cy="7938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5518" y="4049613"/>
            <a:ext cx="223306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Bedrock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415518" y="4348857"/>
            <a:ext cx="223306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Provides AI model capabilities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711204"/>
            <a:ext cx="661475" cy="7938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5518" y="4843463"/>
            <a:ext cx="223306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Storage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415518" y="5142706"/>
            <a:ext cx="223306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Stores files and output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3977580" y="2018804"/>
            <a:ext cx="2987104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Laptop</a:t>
            </a:r>
            <a:endParaRPr lang="en-US" sz="3550" dirty="0"/>
          </a:p>
        </p:txBody>
      </p:sp>
      <p:sp>
        <p:nvSpPr>
          <p:cNvPr id="19" name="Text 12"/>
          <p:cNvSpPr/>
          <p:nvPr/>
        </p:nvSpPr>
        <p:spPr>
          <a:xfrm>
            <a:off x="3977580" y="2681982"/>
            <a:ext cx="359668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3977580" y="2954536"/>
            <a:ext cx="2987104" cy="1141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3550" dirty="0"/>
          </a:p>
        </p:txBody>
      </p:sp>
      <p:sp>
        <p:nvSpPr>
          <p:cNvPr id="21" name="Text 14"/>
          <p:cNvSpPr/>
          <p:nvPr/>
        </p:nvSpPr>
        <p:spPr>
          <a:xfrm>
            <a:off x="3977580" y="4188321"/>
            <a:ext cx="359668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977580" y="4460875"/>
            <a:ext cx="2987104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Users</a:t>
            </a:r>
            <a:endParaRPr lang="en-US" sz="3550" dirty="0"/>
          </a:p>
        </p:txBody>
      </p:sp>
      <p:sp>
        <p:nvSpPr>
          <p:cNvPr id="23" name="Shape 16"/>
          <p:cNvSpPr/>
          <p:nvPr/>
        </p:nvSpPr>
        <p:spPr>
          <a:xfrm>
            <a:off x="3977580" y="5168702"/>
            <a:ext cx="2987104" cy="19050"/>
          </a:xfrm>
          <a:prstGeom prst="roundRect">
            <a:avLst>
              <a:gd name="adj" fmla="val 49999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3977580" y="5324971"/>
            <a:ext cx="359668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Cloud skills + AI skills = stronger industry profile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977580" y="5609134"/>
            <a:ext cx="380296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056953" y="5648821"/>
            <a:ext cx="83113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AWS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4423954" y="5609134"/>
            <a:ext cx="575950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503327" y="5648821"/>
            <a:ext cx="102678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LAMBDA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5065983" y="5609134"/>
            <a:ext cx="280385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145356" y="5648821"/>
            <a:ext cx="731224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S3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412446" y="5609134"/>
            <a:ext cx="817740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91819" y="5648821"/>
            <a:ext cx="126857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296264" y="5609134"/>
            <a:ext cx="627344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375637" y="5648821"/>
            <a:ext cx="107818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BEDROCK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3977580" y="5876330"/>
            <a:ext cx="346562" cy="201116"/>
          </a:xfrm>
          <a:prstGeom prst="roundRect">
            <a:avLst>
              <a:gd name="adj" fmla="val 22105"/>
            </a:avLst>
          </a:prstGeom>
          <a:noFill/>
          <a:ln w="6350">
            <a:solidFill>
              <a:srgbClr val="481C9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056953" y="5916017"/>
            <a:ext cx="79740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EC2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34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Your Own AI Application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315442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8456" y="1482427"/>
            <a:ext cx="481993" cy="482005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1009" y="1614984"/>
            <a:ext cx="216887" cy="216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8456" y="2100957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WHO?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8456" y="2433836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Who is your user?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64108" y="1315442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1089" y="1482427"/>
            <a:ext cx="481993" cy="482005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642" y="1614984"/>
            <a:ext cx="216887" cy="2168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1089" y="2100957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PROBLEM?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31089" y="2433836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 problem are you solving?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1475" y="2975074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8456" y="3142059"/>
            <a:ext cx="481993" cy="482005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009" y="3274616"/>
            <a:ext cx="216887" cy="2168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456" y="3760589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AI?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28456" y="4093468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Where exactly will AI help?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64108" y="2975074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31089" y="3142059"/>
            <a:ext cx="481993" cy="482005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3642" y="3274616"/>
            <a:ext cx="216887" cy="2168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1089" y="3760589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CLOUD?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331089" y="4093468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How could you deploy it?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61475" y="478829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Project Checklist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61475" y="5175845"/>
            <a:ext cx="5238421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 problem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Useful AI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Working prototype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82463" y="4651772"/>
            <a:ext cx="5469793" cy="1665883"/>
          </a:xfrm>
          <a:prstGeom prst="roundRect">
            <a:avLst>
              <a:gd name="adj" fmla="val 6944"/>
            </a:avLst>
          </a:prstGeom>
          <a:solidFill>
            <a:srgbClr val="001F3F">
              <a:alpha val="95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343094" y="4788297"/>
            <a:ext cx="514853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Next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343094" y="5175845"/>
            <a:ext cx="575811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2–3 groups will share their ideas.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244"/>
            <a:ext cx="10868745" cy="2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Just Submit a Project. Build a Portfolio.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0615"/>
            <a:ext cx="11478330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Final-Year Project → Industry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169789"/>
            <a:ext cx="5317297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313724" y="1374477"/>
            <a:ext cx="12700" cy="4875411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6" name="Shape 4"/>
          <p:cNvSpPr/>
          <p:nvPr/>
        </p:nvSpPr>
        <p:spPr>
          <a:xfrm>
            <a:off x="3140889" y="1476077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7" name="Shape 5"/>
          <p:cNvSpPr/>
          <p:nvPr/>
        </p:nvSpPr>
        <p:spPr>
          <a:xfrm>
            <a:off x="3284108" y="1446461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1407418"/>
            <a:ext cx="22747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07374" y="1957388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10" name="Shape 8"/>
          <p:cNvSpPr/>
          <p:nvPr/>
        </p:nvSpPr>
        <p:spPr>
          <a:xfrm>
            <a:off x="3284108" y="1927771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942" y="1888728"/>
            <a:ext cx="22748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AI-Assisted Requirements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40889" y="2406452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84108" y="2376835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337792"/>
            <a:ext cx="22747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7374" y="2855615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16" name="Shape 14"/>
          <p:cNvSpPr/>
          <p:nvPr/>
        </p:nvSpPr>
        <p:spPr>
          <a:xfrm>
            <a:off x="3284108" y="2825998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942" y="2786955"/>
            <a:ext cx="22748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0889" y="3304778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84108" y="3275161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3236119"/>
            <a:ext cx="22747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7374" y="3753941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22" name="Shape 20"/>
          <p:cNvSpPr/>
          <p:nvPr/>
        </p:nvSpPr>
        <p:spPr>
          <a:xfrm>
            <a:off x="3284108" y="3724325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942" y="3685282"/>
            <a:ext cx="22748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/ Improve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40889" y="4203105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25" name="Shape 23"/>
          <p:cNvSpPr/>
          <p:nvPr/>
        </p:nvSpPr>
        <p:spPr>
          <a:xfrm>
            <a:off x="3284108" y="4173488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26" name="Text 24"/>
          <p:cNvSpPr/>
          <p:nvPr/>
        </p:nvSpPr>
        <p:spPr>
          <a:xfrm>
            <a:off x="661475" y="4134445"/>
            <a:ext cx="22747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07374" y="4652268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28" name="Shape 26"/>
          <p:cNvSpPr/>
          <p:nvPr/>
        </p:nvSpPr>
        <p:spPr>
          <a:xfrm>
            <a:off x="3284108" y="4622651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942" y="4583609"/>
            <a:ext cx="22748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+ Documentation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40889" y="5101431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31" name="Shape 29"/>
          <p:cNvSpPr/>
          <p:nvPr/>
        </p:nvSpPr>
        <p:spPr>
          <a:xfrm>
            <a:off x="3284108" y="5071814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32" name="Text 30"/>
          <p:cNvSpPr/>
          <p:nvPr/>
        </p:nvSpPr>
        <p:spPr>
          <a:xfrm>
            <a:off x="661475" y="5032772"/>
            <a:ext cx="22747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07374" y="5550595"/>
            <a:ext cx="191884" cy="127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</p:sp>
      <p:sp>
        <p:nvSpPr>
          <p:cNvPr id="34" name="Shape 32"/>
          <p:cNvSpPr/>
          <p:nvPr/>
        </p:nvSpPr>
        <p:spPr>
          <a:xfrm>
            <a:off x="3284108" y="5520978"/>
            <a:ext cx="71932" cy="71934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35" name="Text 33"/>
          <p:cNvSpPr/>
          <p:nvPr/>
        </p:nvSpPr>
        <p:spPr>
          <a:xfrm>
            <a:off x="3703942" y="5481935"/>
            <a:ext cx="2274831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/ Interview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9273" y="1169789"/>
            <a:ext cx="5317297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Transformation</a:t>
            </a:r>
            <a:endParaRPr lang="en-US" sz="9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9273" y="1374477"/>
            <a:ext cx="2634291" cy="7629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378713" y="1483122"/>
            <a:ext cx="2366209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College Project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78713" y="1681758"/>
            <a:ext cx="2366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"Built a project for submission."</a:t>
            </a:r>
            <a:endParaRPr lang="en-US" sz="7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2279" y="1374477"/>
            <a:ext cx="2634291" cy="76299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061719" y="1483122"/>
            <a:ext cx="2366209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Industry-Ready Project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9061719" y="1681758"/>
            <a:ext cx="2366209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"Identified a problem, designed the system, used AI responsibly, tested it, deployed it, documented it, and can explain every decision."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6219273" y="2192238"/>
            <a:ext cx="5317297" cy="1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Checklist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19273" y="2390874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GitHub repository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6219273" y="2400697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421" y="2424708"/>
            <a:ext cx="57545" cy="47923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219273" y="2523530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README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6219273" y="2533352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421" y="2557363"/>
            <a:ext cx="57545" cy="47923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219273" y="2656185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 diagram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6219273" y="2666008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421" y="2690019"/>
            <a:ext cx="57545" cy="47923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6219273" y="2788841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Working demo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6219273" y="2798663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421" y="2822674"/>
            <a:ext cx="57545" cy="47923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219273" y="2921496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 cases</a:t>
            </a:r>
            <a:endParaRPr lang="en-US" sz="750" dirty="0"/>
          </a:p>
        </p:txBody>
      </p:sp>
      <p:sp>
        <p:nvSpPr>
          <p:cNvPr id="57" name="Shape 49"/>
          <p:cNvSpPr/>
          <p:nvPr/>
        </p:nvSpPr>
        <p:spPr>
          <a:xfrm>
            <a:off x="6219273" y="2931319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421" y="2955330"/>
            <a:ext cx="57545" cy="47923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6219273" y="3054152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deployment</a:t>
            </a:r>
            <a:endParaRPr lang="en-US" sz="750" dirty="0"/>
          </a:p>
        </p:txBody>
      </p:sp>
      <p:sp>
        <p:nvSpPr>
          <p:cNvPr id="60" name="Shape 51"/>
          <p:cNvSpPr/>
          <p:nvPr/>
        </p:nvSpPr>
        <p:spPr>
          <a:xfrm>
            <a:off x="6219273" y="3063974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421" y="3087985"/>
            <a:ext cx="57545" cy="47923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6219273" y="3186807"/>
            <a:ext cx="5926882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52400" indent="-152400">
              <a:lnSpc>
                <a:spcPct val="101000"/>
              </a:lnSpc>
              <a:buSzPct val="100000"/>
              <a:buChar char="​"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Short project explanation</a:t>
            </a:r>
            <a:endParaRPr lang="en-US" sz="750" dirty="0"/>
          </a:p>
        </p:txBody>
      </p:sp>
      <p:sp>
        <p:nvSpPr>
          <p:cNvPr id="63" name="Shape 53"/>
          <p:cNvSpPr/>
          <p:nvPr/>
        </p:nvSpPr>
        <p:spPr>
          <a:xfrm>
            <a:off x="6219273" y="3196630"/>
            <a:ext cx="95942" cy="95945"/>
          </a:xfrm>
          <a:prstGeom prst="roundRect">
            <a:avLst>
              <a:gd name="adj" fmla="val 42019"/>
            </a:avLst>
          </a:prstGeom>
          <a:solidFill>
            <a:srgbClr val="8252E0"/>
          </a:solidFill>
          <a:ln w="6350">
            <a:solidFill>
              <a:srgbClr val="8252E0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421" y="3220641"/>
            <a:ext cx="57545" cy="479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2026-09-02T15:34:54Z</dcterms:created>
  <dcterms:modified xsi:type="dcterms:W3CDTF">2026-09-02T15:34:54Z</dcterms:modified>
</cp:coreProperties>
</file>